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717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Jiaying Guo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756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CS5610 Personal Homepage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Finance to Computer Science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56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21970" y="3956330"/>
            <a:ext cx="74353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visitors see. My name and a short line about who I am.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line keeps typing and deleting. It cycles four phrases about 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a small vanilla JS module. The blinking caret is a CSS animation.</a:t>
            </a:r>
            <a:endParaRPr lang="en-US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4CF301-FE94-4914-4A0C-FFB4C7D97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986" y="1069763"/>
            <a:ext cx="6610027" cy="26927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74916" y="3928820"/>
            <a:ext cx="8686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schools linked by a dashed line, to show the switch from Finance to Computer Science.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UIBE in Beijing for my Bachelor in Finance, and Northeastern for my Master in CS.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line is a CSS pseudo element on the first school card.</a:t>
            </a:r>
            <a:endParaRPr 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E19ADA4-5F6B-717F-A13C-BA16D4C0A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05" y="1096878"/>
            <a:ext cx="6493790" cy="26891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15139" y="3976865"/>
            <a:ext cx="859381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Summer 2026 internship at Adobe in San Jose.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photos I took myself.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on a photo and it zooms in, so you can see it more clearly. Just a CSS transform on hover.</a:t>
            </a:r>
            <a:endParaRPr 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457FA2-1ABC-3CC3-4A2B-A59DDD0A5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118" y="1297146"/>
            <a:ext cx="6215764" cy="25530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766807" y="4033821"/>
            <a:ext cx="795063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course projects. UNILIFE from CS5004 and Route Optimizer from CS5800.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has a screenshot, a short description, and a link to the GitHub repo.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card layout, so the two cards stay the same height in one row.</a:t>
            </a:r>
            <a:endParaRPr 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5C1D43-AE51-D35C-EF3D-80A8724D3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654" y="1142407"/>
            <a:ext cx="5106692" cy="28586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Games I love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4622" y="3936569"/>
            <a:ext cx="8400081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games I really love, shown as flip cards.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cover and the card flips to show the game name and my note.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is a real button, so keyboard and touch also work. The flip is a 3D CSS transform.</a:t>
            </a:r>
            <a:endParaRPr 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0EFAD4-87A0-DCC8-DD73-32C840F6B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030" y="1170432"/>
            <a:ext cx="4763939" cy="26297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things I enjoy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774555" y="4262033"/>
            <a:ext cx="77414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Badminton, piano, cooking, and a few more.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scrolls sideways, with scroll snap so each card stops in place.</a:t>
            </a:r>
            <a:endParaRPr 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1F9C89-5F52-5C22-13D2-D573F1B27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63" y="1340923"/>
            <a:ext cx="7772400" cy="26188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generated page</a:t>
            </a:r>
            <a:endParaRPr 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418087-9C0F-36B1-9752-3B4B71479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593" y="1396107"/>
            <a:ext cx="5046813" cy="35691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E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built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HTML5, CSS3 and ES6 modules. No jQuery.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for the responsive grid and navbar.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 theme toggle. The site remembers your choice next time.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with Prettier. Passes ESLint and the W3C validator with zero errors.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GitHub Pages.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56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github.com/Jasmine-G-uo/Jasmine-G-uo.github.io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370</Words>
  <Application>Microsoft Macintosh PowerPoint</Application>
  <PresentationFormat>全屏显示(16:9)</PresentationFormat>
  <Paragraphs>51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Jiaying Guo Homepage</dc:title>
  <dc:subject>PptxGenJS Presentation</dc:subject>
  <dc:creator>Jiaying Guo</dc:creator>
  <cp:lastModifiedBy>Jiaying Guo</cp:lastModifiedBy>
  <cp:revision>2</cp:revision>
  <dcterms:created xsi:type="dcterms:W3CDTF">2026-09-27T18:08:00Z</dcterms:created>
  <dcterms:modified xsi:type="dcterms:W3CDTF">2026-09-27T18:13:35Z</dcterms:modified>
</cp:coreProperties>
</file>